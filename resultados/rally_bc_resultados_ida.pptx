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Resultados Ida - Rally BC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10º Lugar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600 pontos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Carro nº9 - Corolla Cross grafite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Piloto: Fulano Kim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Navegador: Rodrigo Jardim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9º Lugar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589 pontos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Carro nº10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Piloto: Beltrano Jardim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Navegador: Cristina Jardim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8º Lugar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471 pontos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Carro nº8 - Sorento preta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Piloto: Cicrano Freitas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Navegador: Rogerio Freitas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7º Lugar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407 pontos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Carro nº7 - Discovery cinza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Piloto: Duda Kim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Navegador: Felipe Stanton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6º Lugar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294 pontos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Carro nº5 - Renegade grafite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Piloto: Rodrigo Freitas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Navegador: Lucas Kim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5º Lugar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235 pontos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Carro nº4 - Wrangler laranja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Piloto: Catarina Silva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Navegador: Pedro Sbruzzi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4º Lugar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176 pontos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Carro nº3 - Kicks prata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Piloto: Nicholas Silva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Navegador: Thomas Jardim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3º Lugar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60 pontos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Carro nº1 - Compass grafite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Piloto: Felipe Freitas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Navegador: Nicolas Silva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2º Lugar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8 pontos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Carro nº6 - Santa Fé preta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Piloto: Circe Stanton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Navegador: Ronaldo Sbruzzi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1º Lugar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2 pontos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Carro nº2 - T-Cross cinza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Piloto: Gabriel Stanton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Navegador: Vicente Sbruzzi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2026-09-08T01:00:00Z</dcterms:created>
  <dcterms:modified xsi:type="dcterms:W3CDTF">2026-09-08T01:00:00Z</dcterms:modified>
</cp:coreProperties>
</file>